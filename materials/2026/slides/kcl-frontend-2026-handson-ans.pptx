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>
      <p:cViewPr>
        <p:scale>
          <a:sx n="110" d="100"/>
          <a:sy n="110" d="100"/>
        </p:scale>
        <p:origin x="65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014FB1E-708D-48FB-BD84-2E9BA7C4A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8FADF5-4A03-4DD8-8603-37C5259C3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FB1466-F7C3-4818-939A-9518DFCD859A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1F5564-9939-4D37-B1AA-2C3887EAC1E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 / phases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26F146-6B57-42D8-B02C-9236258F34D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84FE0F-DC89-4005-ADA7-7F215B06C0F4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71DA86-E849-4CAA-9175-B4B4C795F5BB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F3A9350-FE7B-4DE6-8F1B-25573032A56C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047BD5-9C44-4631-8542-26439474E0F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File Plan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83F5FA-4242-4125-B61E-58DD75FCEA3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dirty="0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6 phase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3CD6369-393B-4C00-A16B-028E0F62F2A2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659B5A-5300-401B-8FE0-31F7F09F9DC1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1 | 型と商品データ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AE261F-75AA-4F2E-B58B-005C0CC8AFC7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src/types/product.ts</a:t>
            </a:r>
          </a:p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src/data/products.ts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3B007DC-6B1C-49D6-9618-ECAF1D1C2667}"/>
              </a:ext>
            </a:extLst>
          </p:cNvPr>
          <p:cNvSpPr>
            <a:spLocks noGrp="1"/>
          </p:cNvSpPr>
          <p:nvPr/>
        </p:nvSpPr>
        <p:spPr>
          <a:xfrm>
            <a:off x="4248150" y="297180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AA6538A-AFF6-4AE1-AE4C-ED595F969433}"/>
              </a:ext>
            </a:extLst>
          </p:cNvPr>
          <p:cNvSpPr>
            <a:spLocks noGrp="1"/>
          </p:cNvSpPr>
          <p:nvPr/>
        </p:nvSpPr>
        <p:spPr>
          <a:xfrm>
            <a:off x="44196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2 | ProductCard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F08265C-65FB-4DD1-A4E3-749F512FD049}"/>
              </a:ext>
            </a:extLst>
          </p:cNvPr>
          <p:cNvSpPr>
            <a:spLocks noGrp="1"/>
          </p:cNvSpPr>
          <p:nvPr/>
        </p:nvSpPr>
        <p:spPr>
          <a:xfrm>
            <a:off x="44196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src/components/ui/ProductCard.tsx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C7C9F21-5D5E-44BE-8AB4-25EF4D081699}"/>
              </a:ext>
            </a:extLst>
          </p:cNvPr>
          <p:cNvSpPr>
            <a:spLocks noGrp="1"/>
          </p:cNvSpPr>
          <p:nvPr/>
        </p:nvSpPr>
        <p:spPr>
          <a:xfrm>
            <a:off x="7791450" y="297180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2C1047E-9952-4979-BD45-653A757A3485}"/>
              </a:ext>
            </a:extLst>
          </p:cNvPr>
          <p:cNvSpPr>
            <a:spLocks noGrp="1"/>
          </p:cNvSpPr>
          <p:nvPr/>
        </p:nvSpPr>
        <p:spPr>
          <a:xfrm>
            <a:off x="79629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3 | map と ProductList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5EBB7A8-641E-4B4C-8B15-28D094C1ADC7}"/>
              </a:ext>
            </a:extLst>
          </p:cNvPr>
          <p:cNvSpPr>
            <a:spLocks noGrp="1"/>
          </p:cNvSpPr>
          <p:nvPr/>
        </p:nvSpPr>
        <p:spPr>
          <a:xfrm>
            <a:off x="79629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src/components/containers/ProductList.tsx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8B7AAF3-CE90-47FE-9133-B3D491F4A531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D409916-561C-47AB-B212-D661850FE173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4 | useState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F0908FB-5BD7-4028-99C2-988F5E634592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src/app/page.tsx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F04576-B254-4EAC-BE31-B80BC21C34C7}"/>
              </a:ext>
            </a:extLst>
          </p:cNvPr>
          <p:cNvSpPr>
            <a:spLocks noGrp="1"/>
          </p:cNvSpPr>
          <p:nvPr/>
        </p:nvSpPr>
        <p:spPr>
          <a:xfrm>
            <a:off x="4248150" y="443865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DC8C2E7-97F3-4034-9A99-6254826CCD77}"/>
              </a:ext>
            </a:extLst>
          </p:cNvPr>
          <p:cNvSpPr>
            <a:spLocks noGrp="1"/>
          </p:cNvSpPr>
          <p:nvPr/>
        </p:nvSpPr>
        <p:spPr>
          <a:xfrm>
            <a:off x="44196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5 | useEffect と filter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E98FB8D-1A56-4660-9A83-8546B1EE26EA}"/>
              </a:ext>
            </a:extLst>
          </p:cNvPr>
          <p:cNvSpPr>
            <a:spLocks noGrp="1"/>
          </p:cNvSpPr>
          <p:nvPr/>
        </p:nvSpPr>
        <p:spPr>
          <a:xfrm>
            <a:off x="44196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src/app/page.tsx</a:t>
            </a:r>
          </a:p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src/utils/productFilters.ts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8C6D548-C52D-493A-9196-499D50FB40A7}"/>
              </a:ext>
            </a:extLst>
          </p:cNvPr>
          <p:cNvSpPr>
            <a:spLocks noGrp="1"/>
          </p:cNvSpPr>
          <p:nvPr/>
        </p:nvSpPr>
        <p:spPr>
          <a:xfrm>
            <a:off x="7791450" y="443865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8E9BCB6-079A-4DDD-A6A8-D0F13AB856ED}"/>
              </a:ext>
            </a:extLst>
          </p:cNvPr>
          <p:cNvSpPr>
            <a:spLocks noGrp="1"/>
          </p:cNvSpPr>
          <p:nvPr/>
        </p:nvSpPr>
        <p:spPr>
          <a:xfrm>
            <a:off x="79629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6 | 詳細ページ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4DB8B5D-02B9-424B-AD3A-66BD9829E584}"/>
              </a:ext>
            </a:extLst>
          </p:cNvPr>
          <p:cNvSpPr>
            <a:spLocks noGrp="1"/>
          </p:cNvSpPr>
          <p:nvPr/>
        </p:nvSpPr>
        <p:spPr>
          <a:xfrm>
            <a:off x="79629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src/app/products/[id]/page.tsx</a:t>
            </a:r>
          </a:p>
        </p:txBody>
      </p:sp>
    </p:spTree>
    <p:extLst>
      <p:ext uri="{BB962C8B-B14F-4D97-AF65-F5344CB8AC3E}">
        <p14:creationId xmlns:p14="http://schemas.microsoft.com/office/powerpoint/2010/main" val="76681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B126F82-6F49-4B73-8BB3-7C1911B983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D400CFD-4CD8-4EBC-A5CD-FA74FB331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7F302E-6AD8-4598-924A-7B72BA06225C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7A619E-FDDE-4238-9978-5A4397CC364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 / phase-1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B75FB2C-7415-455D-84B1-62FAD39B55C2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6/18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297CAE9-7B2C-4EFA-9171-106559A488F5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A38F7B-B283-4DE5-9337-9E99AAF1DE62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26FAE41C-405D-45EB-B79A-6A733E5DC0CD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8953777-BE48-420A-8431-DDDA0967C129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1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87C83D-51D0-40E3-826D-9B359C38707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型と商品データ: まず『形』を決める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E6B59D-4479-409E-B378-CBEA9A8DBF91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ここでは Product 型と products 配列がつながっていることを理解する。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C8753B-C851-4C63-AA7F-796C7BF669FE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9FA8ACB-B388-40A8-9338-95BDD87FED3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4C5AB1-FC05-4616-A876-230076536DD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export const products: Product[] = [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id: "gadget-speaker",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name: "ポケットスピーカー",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// ...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},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// TODO(Phase 1):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// 5 件目以降の商品を追加する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];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77BCD51-1516-41DC-BF77-49C9987DC9D5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95836BC-AA8E-4D53-8B8F-37AC4FE0788F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9E05EC4-64D4-4DF3-B2C8-B6E3883B957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type Product = { ... }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Product[] は Product の配列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category は決まった候補から選ぶ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185D064-D335-4BEE-AF8C-9624F2F28726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D752290-E6D4-4AC8-8D85-6C4D2B9C3DE5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5分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605E510-B778-4700-8EBD-CBE63CAF69DE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商品を 1 件追加する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id を重複させない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price / stock / rating を number で入れる</a:t>
            </a:r>
          </a:p>
        </p:txBody>
      </p:sp>
    </p:spTree>
    <p:extLst>
      <p:ext uri="{BB962C8B-B14F-4D97-AF65-F5344CB8AC3E}">
        <p14:creationId xmlns:p14="http://schemas.microsoft.com/office/powerpoint/2010/main" val="1635105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0A8C08-C841-4A5A-AEB5-261661303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3A3340-A841-4095-AA4E-8D127C7263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0815C7-AE8E-4D78-9C79-DCFF7B532771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83E2B7-9FB7-4C63-8BC3-D6563645071B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 / phase-1-answer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801484-02C7-4061-A5F4-1D06E48A1A31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7/18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BBBA4A-58CC-4A85-B530-AEF5FFF8498F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CFFE6-6A0C-4003-83FA-8C24407C988C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7C204A9-5F2E-4B08-A729-B913B5F33890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BDFBB5-BCD3-405A-BA04-1518DE2315AA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1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596E61E-0ACF-4B3E-A7C6-872A6D921451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型があると、足すデータの形も迷わない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E74A522-BC0B-4B3D-9915-E43E591782CE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 型が先に決まると、products 配列へ追加するときのチェックリストになる。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EF907D7-F9CE-4603-9093-A1CB1FEE8474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8359A80-884B-4FEF-BF6C-2B52930975F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01A2A0C-EBEB-48B9-BD16-B1390316A8B9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id: "gadget-keyboard",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name: "ワイヤレスキーボード",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description: "ここに商品の説明を書く",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price: 9200,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category: "ガジェット",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imageUrl: "https://example.com/image.jpg",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stock: 5,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rating: 4.7,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288644-EE3B-4A3B-8F1B-EFADA5912573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A225C33-7731-46BD-847B-DEDB18491549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1F977B0-EEAF-4B77-A15B-B0B6912775BD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 型が、必要な項目を先に約束している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id は URL にも使うので一意にする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数値項目は後で計算や表示に使いやすい</a:t>
            </a:r>
          </a:p>
        </p:txBody>
      </p:sp>
    </p:spTree>
    <p:extLst>
      <p:ext uri="{BB962C8B-B14F-4D97-AF65-F5344CB8AC3E}">
        <p14:creationId xmlns:p14="http://schemas.microsoft.com/office/powerpoint/2010/main" val="182995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C82D0E2-395D-45F6-BF4B-162581B1AB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C090BC-9467-45B5-8797-6552F17867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760D6F-C300-4D73-BD76-35C1C9A4F3EB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5B35FA-BA00-48E8-8DE5-F7E3D93BDA3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 / phase-2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F766D18-DFB3-4C44-A048-CC55F10A82F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8/18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DBE24C2-8E54-4695-9CC7-3D853E095CF8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FA909B-0162-44E8-A417-3ACD12285F77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F513495-9440-422B-BAE8-ECD9247504F9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D351D25-08D0-4EB1-8F56-F763CF5D1E1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2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F81718-D793-4331-B75A-593D968D51DD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ProductCard: props から 1 件分を表示する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85684F5-4570-4E2E-B321-B4096CC0A6E5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ここでは product から値を取り出して、カードの中へ置く。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D09E6B6-DC7D-4CBD-9018-73A46EA7F285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1A00F81-883D-4348-9372-0BBC71BE179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494396-DFC2-40A8-92A9-EBF840A1DDDD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displayDescription = "ここに商品の説明を表示";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displayPrice = formatPrice(0);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displayRating = 0;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displayStock = 0;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&lt;p&gt;{displayDescription}&lt;/p&gt;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&lt;span&gt;{displayPrice}&lt;/span&gt;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評価 {displayRating.toFixed(1)} / 在庫 {displayStock} 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6A9C45C-545B-499B-B5A7-7F3183E92569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B856376-FE01-41A5-8FE4-426A11CB6ACE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51C634-11F1-4B61-B160-D64DD656076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props は部品への入力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formatPrice(number) で価格表示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product.description のように値へアクセスする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0270BF5-1DDD-48AC-81D1-B0CA7F0E59B0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19A2FA9-2598-47A6-9279-54FF9F01B865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59C77B5-C4CD-4F40-80B9-C65FA29E57F6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description を product.description に変える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price / rating / stock を product から取る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表示だけに集中する</a:t>
            </a:r>
          </a:p>
        </p:txBody>
      </p:sp>
    </p:spTree>
    <p:extLst>
      <p:ext uri="{BB962C8B-B14F-4D97-AF65-F5344CB8AC3E}">
        <p14:creationId xmlns:p14="http://schemas.microsoft.com/office/powerpoint/2010/main" val="177414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5C0A063-89CB-4D5F-9BB4-8DD3F670B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23251E-0CD6-4B88-99A0-F4A5AB65B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2C7EDAC-5DCB-412F-8DF9-4D1E37F852A7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373B94-4E4D-4A15-B1DB-84E851E4E8C3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 / phase-2-answer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1218FC-4517-4B19-8C5E-64D8C54AFB9E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9/18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EBD1C3-32EC-43FC-8F46-70D35B7C0D32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4140E6-5D85-4FC7-B0B1-92477560D4AB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43F3498-01B9-4CD4-8AE0-151C151ACB8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D2930E-DDCA-4E18-A153-0C63AB56AEDE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2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CF2E062-E934-4BBD-83DA-93636A45F0E7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ProductCard は『商品 1 件を受け取って表示する』だけ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49A3B6-B781-4E71-B400-1BCBC7EB3970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カード自体はカート全体を知らなくてよい。必要な 1 件分だけ受け取ればよい。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8421CD-3178-4461-9DC0-AD4716B24E3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978D0BF-8531-4622-A8BA-832128B33AD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E588592-B13D-4FAF-BDC1-ACA490606580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displayDescription = product.description;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displayPrice = formatPrice(product.price);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displayRating = product.rating;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displayStock = product.stock;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CD4981-6E0C-4FF9-A16E-DC41CD0C367E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247636C-0FC6-413D-8FE8-454CAC5DBDD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49875D3-4946-49B7-B367-4F1B96BB876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props の product に必要な値がすでに入っている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formatPrice は number を表示用文字列へ変える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表示専用の変数に分けると意図が読みやすい</a:t>
            </a:r>
          </a:p>
        </p:txBody>
      </p:sp>
    </p:spTree>
    <p:extLst>
      <p:ext uri="{BB962C8B-B14F-4D97-AF65-F5344CB8AC3E}">
        <p14:creationId xmlns:p14="http://schemas.microsoft.com/office/powerpoint/2010/main" val="25228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729380-A05C-428E-AB98-A53CD4E585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E192887-0591-44D5-AB0D-D80686EA1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9E3AADF-340F-473C-B2A1-CE9BCDBC45C9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756DBD-4230-4440-BD49-987313E1506B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 / phase-3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93716E-9574-463A-B5BA-D859161461F3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F53CBA-A831-4F19-B6BF-21EB3BAE3D9C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25334B-A5D1-47D3-BF21-565ECA9ED953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B6C08FE-B4BE-4CB7-B42A-4F802FACD37F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7AB270-3610-4065-A383-494E36E9315D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3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CA39-F9F1-4655-94A3-EEDDFFD1DA5A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map と ProductList: 配列をカード列へ変換する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D2E774-7060-4D0F-89EF-0C73A30D0762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ここが『データが一覧になる』瞬間。今日の中心の 1 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75544FD-7D7E-43AD-BB07-9DF604745107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CF4C96D-E915-456B-91F8-4B1F4C6CB03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DCA3107-1559-4FF6-BA1D-7C9B8EFF660F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products.map((_, index)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cartItem = cartItems.find((item) =&gt; item.productId === "");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isFavorite = favoriteIds.includes("");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return 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&lt;ProductCard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key={`starter-${index}`}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product={products[index]!}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1EFEE0-18DB-4DA6-B6F1-C93CD808E85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6B497E1-A7C9-40B1-BEFB-ECFF3F4535B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EE819B9-BCCA-47AC-9764-0C14D12BC36F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products.map((product) =&gt; ...)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key は一覧の識別子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map の引数 product は『今見ている 1 件』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B700BEF-AA33-4182-8C60-C7E5174077B0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0EDC4BE-71EE-46EA-9110-CBC879B2BE66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6分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0EF74B5-594C-4817-8D95-C29E292AF84A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map の引数を product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key を product.id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find / includes も product.id に直す</a:t>
            </a:r>
          </a:p>
        </p:txBody>
      </p:sp>
    </p:spTree>
    <p:extLst>
      <p:ext uri="{BB962C8B-B14F-4D97-AF65-F5344CB8AC3E}">
        <p14:creationId xmlns:p14="http://schemas.microsoft.com/office/powerpoint/2010/main" val="4087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6F820B8-59F2-4B96-BCAA-4CED61495E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4F9EC2A-A970-4A9D-9370-3638F8BB7B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CBE120-6156-48A2-94FC-30698931A812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931896-F00D-4B01-990F-4C3ECC7ADFF1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 / phase-3-answer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688210-CD03-4FD9-A376-81206D834A75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8719027-E9A2-4415-904E-5456512A166E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CABAD3-4A79-4B1E-B91E-E981CCCD905E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8DEAF32-7DBE-4971-9218-540538D6297D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DBB5BA-16E8-43BA-AAA9-86724A697FAE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3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E61A8B-64BC-499F-AB96-D77C504B822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map は『配列の各要素を別の形へ変える』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93C45A1-148E-46F5-8131-1AD81BE4C35B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products 配列から ProductCard の配列を作るのが ProductList の役割。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48B5E1-509A-46A4-8BF4-7AB70D72F0B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30861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CBA83FB-0596-466F-85B4-9E16F8A253A2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8505DE7-E583-4C63-9F6A-00686A3A8AA4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products.map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((product)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cartItem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cartItems.find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((item) =&gt;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item.productId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===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product.id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isFavorite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favoriteIds.includes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product.id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);</a:t>
            </a:r>
          </a:p>
          <a:p>
            <a:endParaRPr sz="1125" b="0" dirty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return 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&lt;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ProductCard</a:t>
            </a:r>
            <a:endParaRPr sz="1125" b="0" dirty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key={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product.id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product={product}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cartQuantity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={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cartItem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?.quantity ?? 0}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isFavorite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={</a:t>
            </a:r>
            <a:r>
              <a:rPr sz="1125" b="0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isFavorite</a:t>
            </a: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  <a:endParaRPr lang="en-US" sz="1125" dirty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</a:t>
            </a:r>
            <a:r>
              <a:rPr lang="en-US" sz="1125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onAddToCart</a:t>
            </a:r>
            <a:r>
              <a:rPr lang="en-US" sz="1125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={</a:t>
            </a:r>
            <a:r>
              <a:rPr lang="en-US" sz="1125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onAddToCart</a:t>
            </a:r>
            <a:r>
              <a:rPr lang="en-US" sz="1125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lang="en-US"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</a:t>
            </a:r>
            <a:r>
              <a:rPr lang="en-US" sz="1125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onToggleFavorite</a:t>
            </a:r>
            <a:r>
              <a:rPr lang="en-US" sz="1125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={</a:t>
            </a:r>
            <a:r>
              <a:rPr lang="en-US" sz="1125" dirty="0" err="1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onToggleFavorite</a:t>
            </a:r>
            <a:r>
              <a:rPr lang="en-US" sz="1125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  <a:endParaRPr sz="1125" b="0" dirty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 dirty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AECAE08-5A2C-4C82-9D71-EF8EF3BABCB3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409AE46-E86F-4938-8CF7-3DB4C13F43F8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FAB6553-8F7A-4C54-9A68-17DBA47EBE3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map の引数 product が、今の 1 件分のデータ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key は React が一覧を区別するために使う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親である ProductList が、子へ必要な props を渡す</a:t>
            </a:r>
          </a:p>
        </p:txBody>
      </p:sp>
    </p:spTree>
    <p:extLst>
      <p:ext uri="{BB962C8B-B14F-4D97-AF65-F5344CB8AC3E}">
        <p14:creationId xmlns:p14="http://schemas.microsoft.com/office/powerpoint/2010/main" val="90672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08F56AC-D9F8-4E1B-AB6A-3D91CF0558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77F810-2377-413E-84D8-E3D117347A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9654F3-F471-4D27-A950-250B4190B06B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2C38FE-A639-43A1-B739-9DE90A4A59E5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 / phase-4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8B2FA0-0B7D-4F18-9F10-17BBDE811620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C1CC88-AF19-4C76-A099-A6531B06428D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232F7A-C9EB-4939-96E5-74A7284E8310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CF3D0B67-28D7-4A5E-AB60-14EE201C7243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AFFC2A-EB24-4532-8D68-799B256CCCF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4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B019C86-268A-48FA-9EB0-646C4CC67E1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useState: 入力値と選択状態を React に覚えさせる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ACA05A5-9048-4520-9652-441AA7AFA00A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検索欄は『見た目』ではなく『状態』として持つ。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432990-AEE6-441C-B684-830F0C964E67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2F0E3AA-E274-4CDB-9A6A-AD691BE7687F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9AF59D-9582-42D3-A11B-F50A8A6220E2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[searchTerm, setSearchTerm] = useState("");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[selectedCategory, setSelectedCategory] =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useState("すべて");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[filteredProducts, setFilteredProducts] =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useState&lt;Product[]&gt;(products);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F984D68-870B-4D4E-82C3-AE832A217EB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43D2948-5A2E-4062-85DC-CF53AEBF5E9F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D6AA51D-497C-44F3-A45F-A8294A7ACEF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const [value, setValue] = useState(initial)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value は今の値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setValue(...) で更新すると再描画される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89561A7-4795-4284-B7CD-1D146201F4CE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1A3485D-897F-4DF6-B8A1-341E5A529593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44B470A-10B1-411C-9F74-F12868FD6747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3 つの state が何を覚えるかを言えるようにする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searchTerm と selectedCategory は入力と選択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filteredProducts は表示結果</a:t>
            </a:r>
          </a:p>
        </p:txBody>
      </p:sp>
    </p:spTree>
    <p:extLst>
      <p:ext uri="{BB962C8B-B14F-4D97-AF65-F5344CB8AC3E}">
        <p14:creationId xmlns:p14="http://schemas.microsoft.com/office/powerpoint/2010/main" val="199280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17EEA3A-4613-457E-9BD1-7E2DB1C51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8D71AF-AA8C-49F2-A4E5-E54705627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DF4A2E2-826C-458A-B657-4EB86CF8328C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43CA56-C138-4A91-B1F5-26FCF6A41BD6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 / phase-4-answer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91969C-77E5-4CC8-81C8-17581C319649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057080-C55E-4231-9E3D-A89CFA20B89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9F4C7F-3002-4440-9774-D2DDF88F74F5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82600AE-556C-44A8-ABD9-49632207E201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68A5B3-FCF4-47E6-B2B4-8D7D3244B74F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4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474728-E389-4C96-A40E-E65E362E9070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state は『画面が覚えている値』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A80D694-294C-4C5E-A2A9-7FFB1E90F956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普通の変数では画面更新につながらないので、React の state として持つ。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08C639D-76FC-4522-B222-C49B289BAD9B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0DCFF35-30B5-4644-A7A4-855B3EFA6F0C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覚える値の役割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63FBFFF-60EF-4956-BD9E-5A0944C93CB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searchTerm        // 検索欄の文字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selectedCategory  // 今選んでいるカテゴリ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filteredProducts  // 今表示している商品一覧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A3DAD4F-F14B-49E9-A7F6-FF69620946AE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6B06011-37D9-4A5F-83BF-B6C449BD4E8B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なぜこう分けるか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1C0F44E-90E2-4C9C-AD25-77A40A728AA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入力値と表示結果は別の責務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検索欄が変わっても、表示更新のロジックは後でまとめて書ける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useEffect と役割分担しやすくなる</a:t>
            </a:r>
          </a:p>
        </p:txBody>
      </p:sp>
    </p:spTree>
    <p:extLst>
      <p:ext uri="{BB962C8B-B14F-4D97-AF65-F5344CB8AC3E}">
        <p14:creationId xmlns:p14="http://schemas.microsoft.com/office/powerpoint/2010/main" val="27022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6899AEA-FA10-4591-A15B-2D435D659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90522E-6857-4F0D-B348-4A59F31C1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4BE4E52-5BB0-4C78-83D4-2712D981E4F1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D5FB6D6-B319-43A9-BCA0-3AF341C1BC4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 / phase-5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3824BD-D653-4BC5-8066-8CC045919CBB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5CE053B-5991-4B9D-B8CD-88BBC4BA0125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8283D6-D9AD-43D4-ABE6-D6C87AA9C148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F401D2F0-7BCF-4DEB-BDCB-4F537A09FC9C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6CAA39F-2DAB-4598-A535-8E59DBEE390D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5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68FD03-9692-4759-9F9C-AF98BC5E8CED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useEffect と filter: 状態が変わったら表示結果を作り直す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1EFF0B-C949-49DB-9D4B-8DB195F95540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今日の 2 つ目の中心。useState で覚えた値から、一覧を再計算する。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7DBADC-E1EC-453A-AA2C-9E1DDA676408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300EF1A-B61C-4CE6-AD8A-06C8ABD9AADF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275F4E-9DAB-4C7B-9371-C6F4D7D59FFE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useEffect(()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setFilteredProducts(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filterProducts(products, "", "すべて")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}, [searchTerm, selectedCategory]);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product.name.toLowerCase().includes("")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product.description.toLowerCase().includes("")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product.category.toLowerCase().includes("")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015B64-A7E3-4141-B86F-03A57416D2CC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92E39D5-0E49-4432-8942-9DB9489EFE5B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769F1F0-A612-4609-82F3-D668171531D9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useEffect(() =&gt; { ... }, [deps])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trim / toLowerCase / includes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filterProducts(products, searchTerm, selectedCategory)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C8CD24A-F1C3-4B3E-9905-116CAC308A6F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C8E001-E2DE-4C04-BA85-33282E3F3806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7分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851F146-8513-4C50-BADB-4361FEC41865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空文字を normalizedSearchTerm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effect の引数を searchTerm / selectedCategory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依存配列が何を意味するか説明できるようにする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99642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82D5F28-E4D2-46A8-84FE-E91F42BF65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7C8BA2-065F-4591-8C2E-37558D0992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FF5008E-1BCB-434E-BED4-61FEB4DC1D43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B89D30-B8A9-4DFA-8008-975B596FC99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 / phase-5-answer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5878FB-1452-4C81-8A59-5D429CA842A3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CE0945-228F-4D51-83BB-14AC666B1062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2D15792-C2C1-49A2-A11B-E5A1771EA80F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C6956B1-44D6-400F-9891-D6A1128E2D0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D38CD3-523D-4A97-A712-2E8AAAC44FB5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5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68E1700-D0C5-477C-A0A5-8BA764A4B9A1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入力値を覚えるのが useState、結果を更新するのが useEffect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6CEDFE-23DF-4680-BB3F-2FF22BB9E58B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検索処理そのものは filterProducts に寄せ、page.tsx は『いつ再計算するか』に集中する。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4D55EE-88C3-4A31-8BC4-2BAB0A319E15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8435A7B-A1A3-4796-9B24-6AE6701A590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075589B-3E76-4DEE-896E-EFE11C07BCC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useEffect(()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setFilteredProducts(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filterProducts(products, searchTerm, selectedCategory)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}, [searchTerm, selectedCategory]);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product.name.toLowerCase().includes(normalizedSearchTerm)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75284C1-5176-4F7A-B3B9-672443875A1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391EC5-C571-4C69-9C9E-F04A055F334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146267-A10B-4FA0-8C85-2E6E83701EF3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state が変わった後に追加処理をしたいから useEffect を使う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依存配列にある値が変わるたびに effect が走る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検索条件のロジックは util へ寄せると読みやすい</a:t>
            </a:r>
          </a:p>
        </p:txBody>
      </p:sp>
    </p:spTree>
    <p:extLst>
      <p:ext uri="{BB962C8B-B14F-4D97-AF65-F5344CB8AC3E}">
        <p14:creationId xmlns:p14="http://schemas.microsoft.com/office/powerpoint/2010/main" val="103779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7B91E9-C3BF-450E-8C9D-7706130F16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1FBC0AD-D2DA-4A4F-B2DB-37A9C6623E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13B166C-4FB0-4FA4-9D61-72F342D04024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B6BB41-1158-406A-BF35-8752E385F717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 / phase-6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BE4C65-53C6-440B-BF92-65586C5CCC2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413025-05FB-4969-AED6-7E528EF1E537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5E77CD8-327A-4177-8E98-09A9B13F6D43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52CCF66-ADBB-473A-AC3B-4C149B38FE3F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B54582D-ECDC-4946-BFAB-2BF3D3DF9286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6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C45ABD-F6C9-4E75-95B4-9FE52A52F82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詳細ページ: URL の id と商品データをつなぐ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8AFFF60-D9FF-4F26-814F-CD53D3AEFDEA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一覧から詳細へ飛んだとき、どの商品を表示するかを URL から決める。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1CD2C6-7FFB-4046-815B-3AC10B6A5D09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04412E-7934-425E-9C7B-30CBF5A3C7D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C43CBD-AE44-4B4A-AF07-1DD0463AA8D6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product = products.find((item) =&gt; item.id === id);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&lt;dd&gt;{0} 個&lt;/dd&gt;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&lt;dd&gt;{(0).toFixed(1)}&lt;/dd&gt;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E432A0-1D05-4A1F-B950-44B8EC74AB11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60915FD-9734-4687-87AB-750C78446F89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3A542F2-D50B-4E5B-84D7-265D8DD5B4A5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app/products/[id]/page.tsx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const { id } = await params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products.find((item) =&gt; item.id === id)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4A967D-35B0-4D8D-84F1-BBF67665BD01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B0EF71A-CF02-4F1A-8742-FA81D23E20A2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279C70B-6EE7-4D63-A586-BF3D2A4BCC29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stock の 0 を product.stock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rating の 0 を product.rating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id が URL とデータをつなぐことを確認する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4739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2363883-FD4A-4329-8C1E-7958504E1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34FC00-9B90-4C3D-A68B-88FAB3D1C2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E807B2-D4E2-41CD-905D-41C72A070B75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A8A353-5AD0-4DA2-8255-283DEE622E03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 / phase-6-answer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89A022-156D-42F3-BD08-7A7BDD459E55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9A4875-E766-4ED8-836E-E6D214431450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65307F-0B59-4E5D-9791-5F701BA3812A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647DFEF-F14B-49FE-87C5-7A552E1732A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08B9318-D8CE-46D2-A4A0-F340A0DA8E20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6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BAC57C-B3C1-4467-95A2-F6F2E4087EF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[id] ルートは『URL の変わる部分』を受け取る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E7172C-E481-4F8E-930C-E3E49BB30574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products.find(...) は、その id と一致する商品を 1 件探している。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C959CD-0E6E-46CA-9D1C-6D116243B668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079ADE2-CE0C-4574-B182-A53FBB389B3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1AAB2C0-774A-4A28-8B31-8BBBB3B0ED93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product = products.find((item) =&gt; item.id === id);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&lt;dd&gt;{product.stock} 個&lt;/dd&gt;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&lt;dd&gt;{product.rating.toFixed(1)}&lt;/dd&gt;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9D9222-33B3-4561-A4FD-6DC18BDDB7C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0AA8CD8-C412-4B17-B95F-038FDE5BC2F7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9006821-1B6B-4B21-871E-441999CA439E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[id] は URL から変わる部分を受け取る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find は条件に合う最初の 1 件を返す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一覧と詳細が同じ id でつながると、画面遷移の構造が見える</a:t>
            </a:r>
          </a:p>
        </p:txBody>
      </p:sp>
    </p:spTree>
    <p:extLst>
      <p:ext uri="{BB962C8B-B14F-4D97-AF65-F5344CB8AC3E}">
        <p14:creationId xmlns:p14="http://schemas.microsoft.com/office/powerpoint/2010/main" val="4883666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1284</Words>
  <Application>Microsoft Macintosh PowerPoint</Application>
  <DocSecurity>0</DocSecurity>
  <PresentationFormat>ワイド画面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Aptos Mono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KAKIUCHI Hinata</cp:lastModifiedBy>
  <cp:revision>4</cp:revision>
  <dcterms:created xsi:type="dcterms:W3CDTF">2026-06-12T12:30:17Z</dcterms:created>
  <dcterms:modified xsi:type="dcterms:W3CDTF">2026-06-13T17:26:48Z</dcterms:modified>
</cp:coreProperties>
</file>